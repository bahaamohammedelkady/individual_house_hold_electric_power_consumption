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43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0243E"/>
                </a:solidFill>
                <a:latin typeface="Calibri"/>
              </a:rPr>
              <a:t>% of All Missing Data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Missing Data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4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64 Short Gaps
(under 6 hrs)</c:v>
                  </c:pt>
                  <c:pt idx="1">
                    <c:v>7 Long Outages
(over 6 hrs)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98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024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12700" cap="flat">
              <a:solidFill>
                <a:srgbClr val="E3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(R2)</c:v>
                </c:pt>
              </c:strCache>
            </c:strRef>
          </c:tx>
          <c:spPr>
            <a:solidFill>
              <a:srgbClr val="10243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4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Simple Statistical
Model</c:v>
                  </c:pt>
                  <c:pt idx="1">
                    <c:v>Decision-Tree
Ensemble</c:v>
                  </c:pt>
                  <c:pt idx="2">
                    <c:v>Final Model
(XGBoost)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23.7</c:v>
                </c:pt>
                <c:pt idx="1">
                  <c:v>30</c:v>
                </c:pt>
                <c:pt idx="2">
                  <c:v>35.7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024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l"/>
        <c:majorGridlines>
          <c:spPr>
            <a:ln w="12700" cap="flat">
              <a:solidFill>
                <a:srgbClr val="E3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937760"/>
            <a:ext cx="2926080" cy="29260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CASE STUDY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Household</a:t>
            </a:r>
            <a:endParaRPr lang="en-US" sz="4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 Power Consumption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smart-meter data to a trustworthy, deployable forecasting model —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recommendations for stakeholders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Dr. Bahaa  |  Data Science &amp;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predict a household's electricity</a:t>
            </a:r>
            <a:endParaRPr lang="en-US" sz="3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before it happens?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short-term power forecasts unlock real decisions: shifting flexible loads to cheaper hours, smoothing demand spikes, and giving early warning before consumption surges. This project builds and rigorously validates a forecasting model on nearly four years of real smart-meter data — minute by minute.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0" y="2148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243E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35240" y="21214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35240" y="244144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errors and gaps in millions of real sensor readings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040880" y="3017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243E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9900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honestly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35240" y="331012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and eliminate every shortcut a model could cheat with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40880" y="3886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243E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35240" y="38587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usefully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35240" y="41788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far enough ahead to actually act on it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Forecasting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Nearly four years of real, minute-by-minute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electricity readings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28600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2.07M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331927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readings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21488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228600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 yrs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11880" y="331927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2006 – Nov 2010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1488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228600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min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46520" y="331927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interval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0" y="21488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0" y="228600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281160" y="331927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(Sceaux, France)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10243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52628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UCI Machine Learning Repository — “Individual Household Electric Power Consumption”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89204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publicly available, peer-referenced dataset (29+ academic citations) — chosen for its realism: genuine sensor noise, real appliance behavior, and real data gaps, rather than a synthetic or pre-cleaned sample.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Forecasting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data is messy — but the mess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follows a pattern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1.25% of readings were missing — but not scattered randomly. Almost all of it (98%) came from just 7 multi-day equipment outages. Treating short gaps and long outages the same way would have quietly distorted the data, so each was repaired with a different, purpose-built method.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31596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short gaps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59943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Minutes-long sensor blips → filled by smoothly connecting the readings just before and after.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519379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long outages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5477256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Multi-day gaps (up to 5+ days) → filled using the household's own pattern from the same time, one week earlier.</a:t>
            </a:r>
            <a:endParaRPr lang="en-US" sz="11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309360" y="1920240"/>
          <a:ext cx="52120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Forecasting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RIGOR CHECKPOINT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result looks too perfect,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usually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6126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model scored a perfect 100% accuracy — which sounds impressive, but no real-world forecast is ever perfect. Investigating revealed the model had accidentally been given a shortcut: a feature that let it “look up” the answer instead of predicting it. We identified and removed every such shortcut before trusting a single result.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132320" y="2103120"/>
            <a:ext cx="4434840" cy="1691640"/>
          </a:xfrm>
          <a:prstGeom prst="roundRect">
            <a:avLst>
              <a:gd name="adj" fmla="val 4324"/>
            </a:avLst>
          </a:prstGeom>
          <a:solidFill>
            <a:srgbClr val="2B1416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2240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9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06640" y="2514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0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“accurate”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406640" y="3063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9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— the model was cheating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3977640"/>
            <a:ext cx="4434840" cy="1691640"/>
          </a:xfrm>
          <a:prstGeom prst="roundRect">
            <a:avLst>
              <a:gd name="adj" fmla="val 4324"/>
            </a:avLst>
          </a:prstGeom>
          <a:solidFill>
            <a:srgbClr val="0F2B1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D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06640" y="43891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9E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 accurate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406640" y="4937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D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Genuine, trustworthy, and defensible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Forecasting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TWO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1-minute forecast isn't useful —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we asked a harder question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usage 1 minute ahead is nearly trivial — electricity use barely changes second to second, so the model could “win” just by guessing “the same as a moment ago.” That's not a decision-useful forecast. We reframed the goal to predicting 60 minutes ahead — a horizon that actually supports planning decisions.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2120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91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AHEAD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— too easy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accuracy, but almost all of it came from a single trick: “assume nothing changed.” Not a real forecasting skill.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3063240"/>
            <a:ext cx="5212080" cy="2880360"/>
          </a:xfrm>
          <a:prstGeom prst="roundRect">
            <a:avLst>
              <a:gd name="adj" fmla="val 2540"/>
            </a:avLst>
          </a:prstGeom>
          <a:solidFill>
            <a:srgbClr val="10243E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3291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 AHEAD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3611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Harder — and useful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41148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prediction task: enough lead time to act on, and one where the model's actual intelligence — not shortcuts — determines success.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Forecasting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approaches, tested fairly —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smartest model won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at the 60-minute-ahead horizon (higher is better)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286000"/>
          <a:ext cx="69494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228600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63840" y="2423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35.7%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001000" y="341071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accuracy (R²)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63840" y="416052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863840" y="42976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 0.49 kW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001000" y="52852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prediction error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Forecasting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EXPECTATIONS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reads the room — it doesn't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minds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forecasting model has a ceiling, and it's important stakeholders understand where this one sits.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0F2B1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06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E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IT DOES WELL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663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overall trend — rising into busy periods, settling during quiet ones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Recognizes daily and weekly routines (mornings, evenings, weekends)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for planning-level decisions over the coming hour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37744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2B1416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606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WHAT IT CAN'T 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3063240"/>
            <a:ext cx="4663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exact minute a single appliance switches on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sudden, short-lived usage spikes in advance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real-time monitoring for critical, minute-level alerts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Forecasting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057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work pays off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42316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all missing data came from just 7 events — targeted fixes beat one-size-fits-all cleaning.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87452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2057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“Perfect” results deserve scrutiny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49440" y="242316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100% accurate model was a red flag, not a win — and led us to a genuinely trustworthy one.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794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749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question matters more than the algorithm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1148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Reframing from 1-minute to 60-minute forecasts made the whole exercise meaningful.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5661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3794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3749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models earn their keep — sometimes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41148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modeling only outperformed simple methods once the task was genuinely hard.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Forecasting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from 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756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92024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 planning, not precision alerts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23113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this model for hour-ahead demand planning and load-shifting decisions — not for minute-level anomaly detection.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935224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B3A5C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1821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3026664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richer signals for bigger gains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333756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accuracy improvements will likely require external data — weather forecasts or occupancy/calendar signals — rather than more tuning of the current data.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041648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B3A5C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2885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88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133088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validation practices project-wide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444398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leakage checks that caught this project's false “perfect” result should become a standard review step for every future model.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148072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B3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5394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5239512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model to the decision horizon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555040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confirm how far ahead a forecast actually needs to look before building it — as shown here, the right horizon changes everything.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Forecasting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389120"/>
            <a:ext cx="3840480" cy="3840480"/>
          </a:xfrm>
          <a:prstGeom prst="ellipse">
            <a:avLst/>
          </a:prstGeom>
          <a:solidFill>
            <a:srgbClr val="FCE3B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29260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Bahaa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617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Analytics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Power Consumption Forecasting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2026-08-19T09:04:04Z</dcterms:created>
  <dcterms:modified xsi:type="dcterms:W3CDTF">2026-08-19T09:04:04Z</dcterms:modified>
</cp:coreProperties>
</file>